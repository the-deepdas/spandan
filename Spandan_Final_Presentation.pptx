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Stress detection score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 detection score (%)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Simulated data only</c:v>
                  </c:pt>
                  <c:pt idx="1">
                    <c:v>Simulated + real tuning</c:v>
                  </c:pt>
                  <c:pt idx="2">
                    <c:v>Trained on real data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0.58</c:v>
                </c:pt>
                <c:pt idx="1">
                  <c:v>85.88</c:v>
                </c:pt>
                <c:pt idx="2">
                  <c:v>88.51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4408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D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Spandan means pulse. We built a system that watches over officers' wellbeing and alertness in real time, using the smartwatch they already wear.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 shifts, high pressure, physical exertion. Stress and lost focus build quietly. Spandan makes them visible while they are happening.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parts working together: the watch collects, two AI models understand, the dashboard shows and advises.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lab simulation. Real officers, real shifts. Models were checked on data they had never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 trained only on simulated data barely worked on real officers. Training on real duty data turned it into a reliable detector.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1 tells apart stress, physical activity and normal state. Stress, the most important state to catch, is detected at 88.51%.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2 catches every distraction event in testing, with 98.12%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complete, working, and showing live data from the smartwatch 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Extended health metrics plus an AI health analysis that gives a clear Normal or Warning message with a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live test worked: vigorous movement was caught. Heart rate can fluctuate, so next we add signal smoothing and run a one-month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548640"/>
            <a:ext cx="3108960" cy="3108960"/>
          </a:xfrm>
          <a:prstGeom prst="ellipse">
            <a:avLst/>
          </a:prstGeom>
          <a:solidFill>
            <a:srgbClr val="12224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005840"/>
            <a:ext cx="2194560" cy="2194560"/>
          </a:xfrm>
          <a:prstGeom prst="ellipse">
            <a:avLst/>
          </a:prstGeom>
          <a:solidFill>
            <a:srgbClr val="0A1530"/>
          </a:solidFill>
          <a:ln w="19050">
            <a:solidFill>
              <a:srgbClr val="2440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0" y="10058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POLICE  |  FINAL PRESENTATION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 and focus monitoring for every officer on duty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Smartwatch  •  AI Models  •  Live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is demanding. The warning signs are invisible.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SPANDAN  |  Gujarat Police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2224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691640"/>
            <a:ext cx="4572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3317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strain on the body during long, high-pressure duty.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918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2224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0440" y="1691640"/>
            <a:ext cx="45720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204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EXERTION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3317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physical activity that needs to be told apart from real stress.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350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22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1691640"/>
            <a:ext cx="4572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63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FOCUS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3317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at the moments when alertness matters most.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84048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sees it as it happens, officer by officer, in real time.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three parts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SPANDAN  |  Gujarat Police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2377440" cy="2743200"/>
          </a:xfrm>
          <a:prstGeom prst="roundRect">
            <a:avLst>
              <a:gd name="adj" fmla="val 3846"/>
            </a:avLst>
          </a:prstGeom>
          <a:solidFill>
            <a:srgbClr val="122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SMARTWATCH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8346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oxygen, movement and location from the officer's wrist.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962656" y="2697480"/>
            <a:ext cx="347472" cy="274320"/>
          </a:xfrm>
          <a:prstGeom prst="rightArrow">
            <a:avLst/>
          </a:prstGeom>
          <a:solidFill>
            <a:srgbClr val="9FB3D9"/>
          </a:solidFill>
          <a:ln w="12700">
            <a:solidFill>
              <a:srgbClr val="9FB3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1463040"/>
            <a:ext cx="2377440" cy="2743200"/>
          </a:xfrm>
          <a:prstGeom prst="roundRect">
            <a:avLst>
              <a:gd name="adj" fmla="val 3846"/>
            </a:avLst>
          </a:prstGeom>
          <a:solidFill>
            <a:srgbClr val="1222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66160" y="1691640"/>
            <a:ext cx="548640" cy="5486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61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MODELS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566160" y="28346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Physical-state detection and focus monitoring.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751576" y="2697480"/>
            <a:ext cx="347472" cy="274320"/>
          </a:xfrm>
          <a:prstGeom prst="rightArrow">
            <a:avLst/>
          </a:prstGeom>
          <a:solidFill>
            <a:srgbClr val="9FB3D9"/>
          </a:solidFill>
          <a:ln w="12700">
            <a:solidFill>
              <a:srgbClr val="9FB3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6480" y="1463040"/>
            <a:ext cx="2377440" cy="2743200"/>
          </a:xfrm>
          <a:prstGeom prst="roundRect">
            <a:avLst>
              <a:gd name="adj" fmla="val 3846"/>
            </a:avLst>
          </a:prstGeom>
          <a:solidFill>
            <a:srgbClr val="12224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55080" y="1691640"/>
            <a:ext cx="548640" cy="5486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55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28346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vitals, AI health analysis and plain-language advice.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REAL THING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tested on real police duty data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SPANDAN  |  Gujarat Police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122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officers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4630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1222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100,658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records collected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4630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12224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15,113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records used for testing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10896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12224A"/>
          </a:solidFill>
          <a:ln w="12700">
            <a:solidFill>
              <a:srgbClr val="24408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WATCH MEASURES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7240" y="35661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A15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5661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337560" y="35661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A15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35661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(SpO2)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897880" y="35661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A15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97880" y="35661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77240" y="39776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A15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9776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337560" y="39776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A15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37560" y="39776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897880" y="39776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A15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897880" y="39776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LESSON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changes everything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SPANDAN  |  Gujarat Police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3258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5943600" y="14630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12224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035040" y="1600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30.75%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608076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 simulated data only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943600" y="29718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1222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035040" y="3108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78.59%</a:t>
            </a:r>
            <a:endParaRPr lang="en-US" sz="3800" dirty="0"/>
          </a:p>
        </p:txBody>
      </p:sp>
      <p:sp>
        <p:nvSpPr>
          <p:cNvPr id="13" name="Text 9"/>
          <p:cNvSpPr txBox="1"/>
          <p:nvPr/>
        </p:nvSpPr>
        <p:spPr>
          <a:xfrm>
            <a:off x="6080760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 trained on real data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Physical-state detection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SPANDAN  |  Gujarat Police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2224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2224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0" y="13716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2224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1488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12224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286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88.51%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detection score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91840" y="21488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122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83280" y="2286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78.59%</a:t>
            </a:r>
            <a:endParaRPr lang="en-US" sz="3800" dirty="0"/>
          </a:p>
        </p:txBody>
      </p:sp>
      <p:sp>
        <p:nvSpPr>
          <p:cNvPr id="18" name="Text 15"/>
          <p:cNvSpPr txBox="1"/>
          <p:nvPr/>
        </p:nvSpPr>
        <p:spPr>
          <a:xfrm>
            <a:off x="342900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35040" y="21488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12224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26480" y="2286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64.28%</a:t>
            </a:r>
            <a:endParaRPr lang="en-US" sz="38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score across all 3 states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for final deployment: trained on real officer duty data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and distraction monitoring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SPANDAN  |  Gujarat Police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1222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distraction events caught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 vs  DISTRACTED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141732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22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554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98.12%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2240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80560" y="310896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2224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0" y="32461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97.28%</a:t>
            </a:r>
            <a:endParaRPr lang="en-US" sz="3800" dirty="0"/>
          </a:p>
        </p:txBody>
      </p:sp>
      <p:sp>
        <p:nvSpPr>
          <p:cNvPr id="16" name="Text 13"/>
          <p:cNvSpPr txBox="1"/>
          <p:nvPr/>
        </p:nvSpPr>
        <p:spPr>
          <a:xfrm>
            <a:off x="4617720" y="3931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score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629400" y="310896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2224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20840" y="32461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95.77%</a:t>
            </a:r>
            <a:endParaRPr lang="en-US" sz="38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3931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detection score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officer's vitals, in real time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SPANDAN  |  Gujarat Police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12224A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8" name="Image 0" descr="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5394960" cy="278609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09360" y="13716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22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46520" y="1444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vitals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446520" y="171907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oxygen, body temperature and a stability index.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395728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22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4652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7432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30 readings at a glance.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3419856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22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46520" y="3493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status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446520" y="376732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alerts when readings go out of range.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insight and plain-language advice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SPANDAN  |  Gujarat Police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5577840" cy="3108960"/>
          </a:xfrm>
          <a:prstGeom prst="roundRect">
            <a:avLst>
              <a:gd name="adj" fmla="val 2353"/>
            </a:avLst>
          </a:prstGeom>
          <a:solidFill>
            <a:srgbClr val="12224A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8" name="Image 0" descr="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5394960" cy="29987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09360" y="1371600"/>
            <a:ext cx="2377440" cy="941832"/>
          </a:xfrm>
          <a:prstGeom prst="roundRect">
            <a:avLst>
              <a:gd name="adj" fmla="val 9709"/>
            </a:avLst>
          </a:prstGeom>
          <a:solidFill>
            <a:srgbClr val="1222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46520" y="1444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metrics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446520" y="17190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load, metabolic strain, movement stability, rotational stress.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423160"/>
            <a:ext cx="2377440" cy="941832"/>
          </a:xfrm>
          <a:prstGeom prst="roundRect">
            <a:avLst>
              <a:gd name="adj" fmla="val 9709"/>
            </a:avLst>
          </a:prstGeom>
          <a:solidFill>
            <a:srgbClr val="1222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46520" y="2496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analysis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7706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signals into a clear Normal or Warning status.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3474720"/>
            <a:ext cx="2377440" cy="941832"/>
          </a:xfrm>
          <a:prstGeom prst="roundRect">
            <a:avLst>
              <a:gd name="adj" fmla="val 9709"/>
            </a:avLst>
          </a:prstGeom>
          <a:solidFill>
            <a:srgbClr val="1222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4652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446520" y="38221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advice, no technical skill needed.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AND WHAT IS NEXT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Live-tested. Ready for a field pilot.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SPANDAN  |  Gujarat Police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1222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 RESULTS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82880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vigorous movement was correctly flagged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readings stayed steady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Heart-rate readings fluctuated, so we are adding smoothing and signal checks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73736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122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892808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reliability upgrades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2121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Warm-up, smoothing, bad-signal filtering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2624328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122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92040" y="2779776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9204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2715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of live field use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0" y="30083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real-world duty data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54880" y="3511296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122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3666744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920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0" y="3602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retrain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0" y="38953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false alarms and misses, then improve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Spandan</dc:title>
  <dc:subject>PptxGenJS Presentation</dc:subject>
  <dc:creator>PptxGenJS</dc:creator>
  <cp:lastModifiedBy>PptxGenJS</cp:lastModifiedBy>
  <cp:revision>1</cp:revision>
  <dcterms:created xsi:type="dcterms:W3CDTF">2026-10-02T17:35:38Z</dcterms:created>
  <dcterms:modified xsi:type="dcterms:W3CDTF">2026-10-02T17:35:38Z</dcterms:modified>
</cp:coreProperties>
</file>